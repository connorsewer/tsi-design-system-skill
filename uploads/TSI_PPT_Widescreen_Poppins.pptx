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4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6" r:id="rId2"/>
  </p:sldMasterIdLst>
  <p:notesMasterIdLst>
    <p:notesMasterId r:id="rId17"/>
  </p:notesMasterIdLst>
  <p:handoutMasterIdLst>
    <p:handoutMasterId r:id="rId18"/>
  </p:handoutMasterIdLst>
  <p:sldIdLst>
    <p:sldId id="816" r:id="rId3"/>
    <p:sldId id="817" r:id="rId4"/>
    <p:sldId id="818" r:id="rId5"/>
    <p:sldId id="819" r:id="rId6"/>
    <p:sldId id="820" r:id="rId7"/>
    <p:sldId id="821" r:id="rId8"/>
    <p:sldId id="822" r:id="rId9"/>
    <p:sldId id="823" r:id="rId10"/>
    <p:sldId id="824" r:id="rId11"/>
    <p:sldId id="825" r:id="rId12"/>
    <p:sldId id="827" r:id="rId13"/>
    <p:sldId id="828" r:id="rId14"/>
    <p:sldId id="829" r:id="rId15"/>
    <p:sldId id="83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07" autoAdjust="0"/>
    <p:restoredTop sz="86490"/>
  </p:normalViewPr>
  <p:slideViewPr>
    <p:cSldViewPr snapToGrid="0" snapToObjects="1">
      <p:cViewPr>
        <p:scale>
          <a:sx n="90" d="100"/>
          <a:sy n="90" d="100"/>
        </p:scale>
        <p:origin x="2048" y="1832"/>
      </p:cViewPr>
      <p:guideLst/>
    </p:cSldViewPr>
  </p:slideViewPr>
  <p:outlineViewPr>
    <p:cViewPr>
      <p:scale>
        <a:sx n="33" d="100"/>
        <a:sy n="33" d="100"/>
      </p:scale>
      <p:origin x="0" y="-75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0"/>
    </p:cViewPr>
  </p:sorterViewPr>
  <p:notesViewPr>
    <p:cSldViewPr snapToGrid="0" snapToObjects="1" showGuides="1">
      <p:cViewPr varScale="1">
        <p:scale>
          <a:sx n="130" d="100"/>
          <a:sy n="130" d="100"/>
        </p:scale>
        <p:origin x="414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3-4F43-9687-6DA577E5D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3-4F43-9687-6DA577E5D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5105103"/>
        <c:axId val="295469375"/>
      </c:barChart>
      <c:catAx>
        <c:axId val="29510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5469375"/>
        <c:crosses val="autoZero"/>
        <c:auto val="1"/>
        <c:lblAlgn val="ctr"/>
        <c:lblOffset val="100"/>
        <c:noMultiLvlLbl val="0"/>
      </c:catAx>
      <c:valAx>
        <c:axId val="295469375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951051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</c:v>
                </c:pt>
              </c:strCache>
            </c:strRef>
          </c:tx>
          <c:spPr>
            <a:solidFill>
              <a:schemeClr val="accent5"/>
            </a:solidFill>
            <a:ln w="19050">
              <a:noFill/>
            </a:ln>
            <a:effectLst/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8C0-A34F-B11D-0D892AE457B3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8C0-A34F-B11D-0D892AE457B3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C0-A34F-B11D-0D892AE45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58-2645-B999-780375623BE5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58-2645-B999-780375623BE5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58-2645-B999-780375623B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0D3-774D-B954-F941A1F8EA48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0D3-774D-B954-F941A1F8EA48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0D3-774D-B954-F941A1F8E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Lorem Ipsum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tx1">
                  <a:lumMod val="10000"/>
                  <a:lumOff val="90000"/>
                </a:schemeClr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C9-D642-9970-FD83C76D8A23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EC9-D642-9970-FD83C76D8A23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C9-D642-9970-FD83C76D8A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Sheet1!$A$2:$A$9</c:f>
              <c:numCache>
                <c:formatCode>General</c:formatCode>
                <c:ptCount val="8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4.3</c:v>
                </c:pt>
                <c:pt idx="5">
                  <c:v>2.5</c:v>
                </c:pt>
                <c:pt idx="6">
                  <c:v>3.5</c:v>
                </c:pt>
                <c:pt idx="7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6D-8C40-AE41-79A72C6369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C6D-8C40-AE41-79A72C6369C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C6D-8C40-AE41-79A72C6369C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C6D-8C40-AE41-79A72C6369C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C6D-8C40-AE41-79A72C6369C5}"/>
              </c:ext>
            </c:extLst>
          </c:dPt>
          <c:cat>
            <c:numRef>
              <c:f>Sheet1!$A$2:$A$9</c:f>
              <c:numCache>
                <c:formatCode>General</c:formatCode>
                <c:ptCount val="8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2.4</c:v>
                </c:pt>
                <c:pt idx="5">
                  <c:v>4.4000000000000004</c:v>
                </c:pt>
                <c:pt idx="6">
                  <c:v>1.8</c:v>
                </c:pt>
                <c:pt idx="7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6D-8C40-AE41-79A72C6369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4"/>
        <c:overlap val="100"/>
        <c:axId val="305967727"/>
        <c:axId val="305969375"/>
      </c:barChart>
      <c:catAx>
        <c:axId val="305967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969375"/>
        <c:crosses val="autoZero"/>
        <c:auto val="1"/>
        <c:lblAlgn val="ctr"/>
        <c:lblOffset val="100"/>
        <c:noMultiLvlLbl val="0"/>
      </c:catAx>
      <c:valAx>
        <c:axId val="305969375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05967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86050895381715E-2"/>
          <c:y val="6.9019693092102014E-2"/>
          <c:w val="0.91705937794533454"/>
          <c:h val="0.7847840479037182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B5-0F4E-B961-65CA8A9F76E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0B5-0F4E-B961-65CA8A9F76E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6DE944B-6C93-CD4E-A353-5EFE191C16A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0B5-0F4E-B961-65CA8A9F76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72E210D-D07A-3A43-80D6-A5E11E6D95D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0B5-0F4E-B961-65CA8A9F76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2E3B300-ED3A-444F-92DB-4423BBC7B1DC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0B5-0F4E-B961-65CA8A9F76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B5-0F4E-B961-65CA8A9F76E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2"/>
        <c:overlap val="19"/>
        <c:axId val="252894191"/>
        <c:axId val="252895839"/>
      </c:barChart>
      <c:catAx>
        <c:axId val="25289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2895839"/>
        <c:crosses val="autoZero"/>
        <c:auto val="1"/>
        <c:lblAlgn val="ctr"/>
        <c:lblOffset val="100"/>
        <c:noMultiLvlLbl val="0"/>
      </c:catAx>
      <c:valAx>
        <c:axId val="2528958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alpha val="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5289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6F2349-66B4-E548-B7DD-C6BA619A3A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8640B-4F6F-9F41-B3BB-3B2609E7AA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27FA3-DC71-D747-98E5-8E35B560BA48}" type="datetimeFigureOut">
              <a:rPr lang="en-US" smtClean="0"/>
              <a:t>5/23/22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C2DE8-D69A-1442-8DB9-8E77A61BA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96EBE-B73B-B54B-B7D5-D65B58A6F4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C37CE-E196-4F4B-A199-B887E882F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96EC2-341A-DF44-82AC-7532F1A7525E}" type="datetimeFigureOut">
              <a:rPr lang="en-US" smtClean="0"/>
              <a:t>5/23/22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5FC6F-BA52-7C40-9FA9-ED06D99B3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1937" y="5063216"/>
            <a:ext cx="7927401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70692" y="5902892"/>
            <a:ext cx="2511638" cy="42277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00" b="0" spc="0" baseline="0">
                <a:solidFill>
                  <a:schemeClr val="bg1"/>
                </a:solidFill>
                <a:latin typeface="+mn-lt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Day,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3453-011F-695C-C953-8740D870A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14399"/>
            <a:ext cx="8670779" cy="354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4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H RC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4468" y="5063216"/>
            <a:ext cx="7927401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3223" y="5902892"/>
            <a:ext cx="2511638" cy="42277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00" b="0" spc="0" baseline="0">
                <a:solidFill>
                  <a:schemeClr val="bg1"/>
                </a:solidFill>
                <a:latin typeface="+mn-lt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Day,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3453-011F-695C-C953-8740D870A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775503"/>
            <a:ext cx="8357398" cy="399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22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4468" y="5063216"/>
            <a:ext cx="7927401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3223" y="5902892"/>
            <a:ext cx="2511638" cy="42277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00" b="0" spc="0" baseline="0">
                <a:solidFill>
                  <a:schemeClr val="bg1"/>
                </a:solidFill>
                <a:latin typeface="+mn-lt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Day,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3453-011F-695C-C953-8740D870A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775503"/>
            <a:ext cx="8357396" cy="399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420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A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4468" y="5063216"/>
            <a:ext cx="7927401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3223" y="5902892"/>
            <a:ext cx="2511638" cy="42277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00" b="0" spc="0" baseline="0">
                <a:solidFill>
                  <a:schemeClr val="bg1"/>
                </a:solidFill>
                <a:latin typeface="+mn-lt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Day,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3453-011F-695C-C953-8740D870A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775503"/>
            <a:ext cx="8357396" cy="399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88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/ CXB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4468" y="5063216"/>
            <a:ext cx="7927401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13223" y="5902892"/>
            <a:ext cx="2511638" cy="42277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00" b="0" spc="0" baseline="0">
                <a:solidFill>
                  <a:schemeClr val="bg1"/>
                </a:solidFill>
                <a:latin typeface="+mn-lt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Day,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3453-011F-695C-C953-8740D870A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775503"/>
            <a:ext cx="8357398" cy="399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5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F7449035-C270-FF1C-CD07-14BD7A8FA2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9092" y="3830272"/>
            <a:ext cx="6436742" cy="784830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D134FF-1D67-A356-DBA4-2A2C37118B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1338" y="-1"/>
            <a:ext cx="4389788" cy="548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93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/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49FE007-E5D3-CF49-A10F-F0C8EDE9B2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9380" y="3429000"/>
            <a:ext cx="6244405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8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3F54A-72F3-581D-26FC-7D3A2E4C4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01338" y="-1"/>
            <a:ext cx="4389788" cy="548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/ Concrete Flo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3862" y="1511452"/>
            <a:ext cx="6625724" cy="3995967"/>
          </a:xfrm>
          <a:prstGeom prst="rect">
            <a:avLst/>
          </a:prstGeom>
        </p:spPr>
        <p:txBody>
          <a:bodyPr/>
          <a:lstStyle>
            <a:lvl1pPr algn="l">
              <a:lnSpc>
                <a:spcPct val="132000"/>
              </a:lnSpc>
              <a:defRPr sz="3400" b="0" spc="4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semper tempus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. Magna </a:t>
            </a:r>
            <a:r>
              <a:rPr lang="en-US" dirty="0" err="1"/>
              <a:t>enim</a:t>
            </a:r>
            <a:r>
              <a:rPr lang="en-US" dirty="0"/>
              <a:t>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7C7D66-B1B9-373E-B1E5-ACE1B6582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0497" y="-1"/>
            <a:ext cx="4120055" cy="515007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EEA67BE-0BFD-9808-98BF-DA466EE97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66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_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577" y="354158"/>
            <a:ext cx="10972630" cy="639072"/>
          </a:xfrm>
          <a:prstGeom prst="rect">
            <a:avLst/>
          </a:prstGeom>
        </p:spPr>
        <p:txBody>
          <a:bodyPr anchor="ctr"/>
          <a:lstStyle>
            <a:lvl1pPr algn="l">
              <a:defRPr sz="3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788168" y="2769612"/>
            <a:ext cx="3749039" cy="2852928"/>
          </a:xfrm>
          <a:prstGeom prst="rect">
            <a:avLst/>
          </a:prstGeom>
          <a:effectLst/>
        </p:spPr>
        <p:txBody>
          <a:bodyPr vert="horz" anchor="ctr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89A651-5033-2945-8263-2748E13B9499}"/>
              </a:ext>
            </a:extLst>
          </p:cNvPr>
          <p:cNvCxnSpPr>
            <a:cxnSpLocks/>
          </p:cNvCxnSpPr>
          <p:nvPr userDrawn="1"/>
        </p:nvCxnSpPr>
        <p:spPr>
          <a:xfrm>
            <a:off x="685800" y="1087658"/>
            <a:ext cx="10851407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94DC2-D13B-3645-82FB-1EE34E5126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226" y="1551421"/>
            <a:ext cx="4921822" cy="9060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2300" spc="5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F425249-146D-D546-857E-78EBB86E91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26" y="2606865"/>
            <a:ext cx="6406464" cy="28529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buNone/>
              <a:defRPr sz="1750" spc="3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Donec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semper. </a:t>
            </a:r>
            <a:r>
              <a:rPr lang="en-US" dirty="0" err="1"/>
              <a:t>Fusce</a:t>
            </a:r>
            <a:r>
              <a:rPr lang="en-US" dirty="0"/>
              <a:t>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necer</a:t>
            </a:r>
            <a:r>
              <a:rPr lang="en-US" dirty="0"/>
              <a:t>, fermentum </a:t>
            </a:r>
            <a:r>
              <a:rPr lang="en-US" dirty="0" err="1"/>
              <a:t>purus</a:t>
            </a:r>
            <a:r>
              <a:rPr lang="en-US" dirty="0"/>
              <a:t>. Integer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ulum</a:t>
            </a:r>
            <a:r>
              <a:rPr lang="en-US" dirty="0"/>
              <a:t>. Donec vel </a:t>
            </a:r>
            <a:r>
              <a:rPr lang="en-US" dirty="0" err="1"/>
              <a:t>est</a:t>
            </a:r>
            <a:r>
              <a:rPr lang="en-US" dirty="0"/>
              <a:t> tempus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sed.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E9D9D38-0955-5041-F285-7C8AA038F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44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ior_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577" y="354158"/>
            <a:ext cx="10972630" cy="639072"/>
          </a:xfrm>
          <a:prstGeom prst="rect">
            <a:avLst/>
          </a:prstGeom>
        </p:spPr>
        <p:txBody>
          <a:bodyPr anchor="ctr"/>
          <a:lstStyle>
            <a:lvl1pPr algn="l">
              <a:defRPr sz="3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788168" y="2769612"/>
            <a:ext cx="3749039" cy="2852928"/>
          </a:xfrm>
          <a:prstGeom prst="rect">
            <a:avLst/>
          </a:prstGeom>
          <a:effectLst/>
        </p:spPr>
        <p:txBody>
          <a:bodyPr vert="horz" anchor="ctr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89A651-5033-2945-8263-2748E13B9499}"/>
              </a:ext>
            </a:extLst>
          </p:cNvPr>
          <p:cNvCxnSpPr>
            <a:cxnSpLocks/>
          </p:cNvCxnSpPr>
          <p:nvPr userDrawn="1"/>
        </p:nvCxnSpPr>
        <p:spPr>
          <a:xfrm>
            <a:off x="685800" y="1087658"/>
            <a:ext cx="10851407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A55FD2-9D0A-E84B-6DC4-51F1AD934D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226" y="1623011"/>
            <a:ext cx="7199942" cy="5495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9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51EA7CF-636D-ED29-EECF-40469E90F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7653" y="2328902"/>
            <a:ext cx="6440256" cy="3579486"/>
          </a:xfrm>
          <a:prstGeom prst="rect">
            <a:avLst/>
          </a:prstGeom>
        </p:spPr>
        <p:txBody>
          <a:bodyPr/>
          <a:lstStyle>
            <a:lvl1pPr marL="182880" marR="0" indent="-182880" algn="l" defTabSz="457200" rtl="0" eaLnBrk="1" fontAlgn="auto" latinLnBrk="0" hangingPunct="1">
              <a:lnSpc>
                <a:spcPct val="130000"/>
              </a:lnSpc>
              <a:spcBef>
                <a:spcPts val="2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30" spc="3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3159634-4A24-459E-5781-E46901356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1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erior_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577" y="354158"/>
            <a:ext cx="10972630" cy="639072"/>
          </a:xfrm>
          <a:prstGeom prst="rect">
            <a:avLst/>
          </a:prstGeom>
        </p:spPr>
        <p:txBody>
          <a:bodyPr anchor="ctr"/>
          <a:lstStyle>
            <a:lvl1pPr algn="l">
              <a:defRPr sz="3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89A651-5033-2945-8263-2748E13B9499}"/>
              </a:ext>
            </a:extLst>
          </p:cNvPr>
          <p:cNvCxnSpPr>
            <a:cxnSpLocks/>
          </p:cNvCxnSpPr>
          <p:nvPr userDrawn="1"/>
        </p:nvCxnSpPr>
        <p:spPr>
          <a:xfrm>
            <a:off x="685800" y="1087658"/>
            <a:ext cx="10851407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A55FD2-9D0A-E84B-6DC4-51F1AD934D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226" y="1255366"/>
            <a:ext cx="7199942" cy="5495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9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8DB17A9-45E5-BCE4-0C92-EC8A0AC81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6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erior_Copy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577" y="354158"/>
            <a:ext cx="10972630" cy="639072"/>
          </a:xfrm>
          <a:prstGeom prst="rect">
            <a:avLst/>
          </a:prstGeom>
        </p:spPr>
        <p:txBody>
          <a:bodyPr anchor="ctr"/>
          <a:lstStyle>
            <a:lvl1pPr algn="l">
              <a:defRPr sz="3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89A651-5033-2945-8263-2748E13B9499}"/>
              </a:ext>
            </a:extLst>
          </p:cNvPr>
          <p:cNvCxnSpPr>
            <a:cxnSpLocks/>
          </p:cNvCxnSpPr>
          <p:nvPr userDrawn="1"/>
        </p:nvCxnSpPr>
        <p:spPr>
          <a:xfrm>
            <a:off x="685800" y="1087658"/>
            <a:ext cx="10851407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A55FD2-9D0A-E84B-6DC4-51F1AD934D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4725" y="3082565"/>
            <a:ext cx="2127893" cy="346435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8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ARM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8DB17A9-45E5-BCE4-0C92-EC8A0AC81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BE49C4-C25F-A41B-EDAC-8B53118E6B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725" y="3485562"/>
            <a:ext cx="2127893" cy="2239273"/>
          </a:xfrm>
          <a:prstGeom prst="rect">
            <a:avLst/>
          </a:prstGeom>
          <a:noFill/>
        </p:spPr>
        <p:txBody>
          <a:bodyPr lIns="0"/>
          <a:lstStyle>
            <a:lvl1pPr marL="0" marR="0" indent="0" algn="l" defTabSz="342891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200" spc="2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548626" indent="-274313">
              <a:lnSpc>
                <a:spcPct val="90000"/>
              </a:lnSpc>
              <a:spcBef>
                <a:spcPts val="1051"/>
              </a:spcBef>
              <a:buSzPct val="90000"/>
              <a:defRPr sz="22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2pPr>
            <a:lvl3pPr marL="822939" indent="-274313">
              <a:lnSpc>
                <a:spcPct val="90000"/>
              </a:lnSpc>
              <a:spcBef>
                <a:spcPts val="1051"/>
              </a:spcBef>
              <a:buSzPct val="90000"/>
              <a:defRPr sz="2100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3pPr>
            <a:lvl4pPr marL="1097253" indent="-274313">
              <a:lnSpc>
                <a:spcPct val="90000"/>
              </a:lnSpc>
              <a:spcBef>
                <a:spcPts val="1051"/>
              </a:spcBef>
              <a:buSzPct val="90000"/>
              <a:defRPr sz="2025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4pPr>
            <a:lvl5pPr marL="1371566" indent="-274313">
              <a:lnSpc>
                <a:spcPct val="90000"/>
              </a:lnSpc>
              <a:spcBef>
                <a:spcPts val="1051"/>
              </a:spcBef>
              <a:buSzPct val="90000"/>
              <a:defRPr sz="19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0391E0-0118-2FC1-F28A-728C0B478796}"/>
              </a:ext>
            </a:extLst>
          </p:cNvPr>
          <p:cNvCxnSpPr>
            <a:cxnSpLocks/>
          </p:cNvCxnSpPr>
          <p:nvPr userDrawn="1"/>
        </p:nvCxnSpPr>
        <p:spPr>
          <a:xfrm>
            <a:off x="703622" y="3199261"/>
            <a:ext cx="0" cy="2117457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550F5E0-CC46-EF72-620A-D00573BB70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49901" y="3082565"/>
            <a:ext cx="2127893" cy="346435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8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Loan Servicing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725E821-5EAB-5D26-6E43-28D48AD04D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49901" y="3485562"/>
            <a:ext cx="2127893" cy="2239273"/>
          </a:xfrm>
          <a:prstGeom prst="rect">
            <a:avLst/>
          </a:prstGeom>
          <a:noFill/>
        </p:spPr>
        <p:txBody>
          <a:bodyPr lIns="0"/>
          <a:lstStyle>
            <a:lvl1pPr marL="0" marR="0" indent="0" algn="l" defTabSz="342891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200" spc="2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548626" indent="-274313">
              <a:lnSpc>
                <a:spcPct val="90000"/>
              </a:lnSpc>
              <a:spcBef>
                <a:spcPts val="1051"/>
              </a:spcBef>
              <a:buSzPct val="90000"/>
              <a:defRPr sz="22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2pPr>
            <a:lvl3pPr marL="822939" indent="-274313">
              <a:lnSpc>
                <a:spcPct val="90000"/>
              </a:lnSpc>
              <a:spcBef>
                <a:spcPts val="1051"/>
              </a:spcBef>
              <a:buSzPct val="90000"/>
              <a:defRPr sz="2100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3pPr>
            <a:lvl4pPr marL="1097253" indent="-274313">
              <a:lnSpc>
                <a:spcPct val="90000"/>
              </a:lnSpc>
              <a:spcBef>
                <a:spcPts val="1051"/>
              </a:spcBef>
              <a:buSzPct val="90000"/>
              <a:defRPr sz="2025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4pPr>
            <a:lvl5pPr marL="1371566" indent="-274313">
              <a:lnSpc>
                <a:spcPct val="90000"/>
              </a:lnSpc>
              <a:spcBef>
                <a:spcPts val="1051"/>
              </a:spcBef>
              <a:buSzPct val="90000"/>
              <a:defRPr sz="19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08320C-58BE-438C-B4D7-9D056F5689EC}"/>
              </a:ext>
            </a:extLst>
          </p:cNvPr>
          <p:cNvCxnSpPr>
            <a:cxnSpLocks/>
          </p:cNvCxnSpPr>
          <p:nvPr userDrawn="1"/>
        </p:nvCxnSpPr>
        <p:spPr>
          <a:xfrm>
            <a:off x="3578798" y="3199261"/>
            <a:ext cx="0" cy="2117457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88D7EC6-DF18-0079-1D6D-E6DE6407FF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06223" y="3082565"/>
            <a:ext cx="2127893" cy="346435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8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CXBPO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43FE417D-1884-AFDC-16B6-E2EFDD51732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06223" y="3485562"/>
            <a:ext cx="2127893" cy="2239273"/>
          </a:xfrm>
          <a:prstGeom prst="rect">
            <a:avLst/>
          </a:prstGeom>
          <a:noFill/>
        </p:spPr>
        <p:txBody>
          <a:bodyPr lIns="0"/>
          <a:lstStyle>
            <a:lvl1pPr marL="0" marR="0" indent="0" algn="l" defTabSz="342891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200" spc="2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548626" indent="-274313">
              <a:lnSpc>
                <a:spcPct val="90000"/>
              </a:lnSpc>
              <a:spcBef>
                <a:spcPts val="1051"/>
              </a:spcBef>
              <a:buSzPct val="90000"/>
              <a:defRPr sz="22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2pPr>
            <a:lvl3pPr marL="822939" indent="-274313">
              <a:lnSpc>
                <a:spcPct val="90000"/>
              </a:lnSpc>
              <a:spcBef>
                <a:spcPts val="1051"/>
              </a:spcBef>
              <a:buSzPct val="90000"/>
              <a:defRPr sz="2100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3pPr>
            <a:lvl4pPr marL="1097253" indent="-274313">
              <a:lnSpc>
                <a:spcPct val="90000"/>
              </a:lnSpc>
              <a:spcBef>
                <a:spcPts val="1051"/>
              </a:spcBef>
              <a:buSzPct val="90000"/>
              <a:defRPr sz="2025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4pPr>
            <a:lvl5pPr marL="1371566" indent="-274313">
              <a:lnSpc>
                <a:spcPct val="90000"/>
              </a:lnSpc>
              <a:spcBef>
                <a:spcPts val="1051"/>
              </a:spcBef>
              <a:buSzPct val="90000"/>
              <a:defRPr sz="19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F924F5-BA71-0B08-8715-5BA7F59F85C1}"/>
              </a:ext>
            </a:extLst>
          </p:cNvPr>
          <p:cNvCxnSpPr>
            <a:cxnSpLocks/>
          </p:cNvCxnSpPr>
          <p:nvPr userDrawn="1"/>
        </p:nvCxnSpPr>
        <p:spPr>
          <a:xfrm>
            <a:off x="6435120" y="3199261"/>
            <a:ext cx="0" cy="2117457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DD1901-5F87-4D8D-28D6-D85C017DCEA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2545" y="3082565"/>
            <a:ext cx="2127893" cy="346435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8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Healthcare RCM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D054C92-BA36-B675-B2CE-B211EBF8D8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62545" y="3485562"/>
            <a:ext cx="2127893" cy="2239273"/>
          </a:xfrm>
          <a:prstGeom prst="rect">
            <a:avLst/>
          </a:prstGeom>
          <a:noFill/>
        </p:spPr>
        <p:txBody>
          <a:bodyPr lIns="0"/>
          <a:lstStyle>
            <a:lvl1pPr marL="0" marR="0" indent="0" algn="l" defTabSz="342891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200" spc="2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548626" indent="-274313">
              <a:lnSpc>
                <a:spcPct val="90000"/>
              </a:lnSpc>
              <a:spcBef>
                <a:spcPts val="1051"/>
              </a:spcBef>
              <a:buSzPct val="90000"/>
              <a:defRPr sz="22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2pPr>
            <a:lvl3pPr marL="822939" indent="-274313">
              <a:lnSpc>
                <a:spcPct val="90000"/>
              </a:lnSpc>
              <a:spcBef>
                <a:spcPts val="1051"/>
              </a:spcBef>
              <a:buSzPct val="90000"/>
              <a:defRPr sz="2100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3pPr>
            <a:lvl4pPr marL="1097253" indent="-274313">
              <a:lnSpc>
                <a:spcPct val="90000"/>
              </a:lnSpc>
              <a:spcBef>
                <a:spcPts val="1051"/>
              </a:spcBef>
              <a:buSzPct val="90000"/>
              <a:defRPr sz="2025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4pPr>
            <a:lvl5pPr marL="1371566" indent="-274313">
              <a:lnSpc>
                <a:spcPct val="90000"/>
              </a:lnSpc>
              <a:spcBef>
                <a:spcPts val="1051"/>
              </a:spcBef>
              <a:buSzPct val="90000"/>
              <a:defRPr sz="1951" spc="60" baseline="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BB6915-0051-1CC3-2789-A10F8D568390}"/>
              </a:ext>
            </a:extLst>
          </p:cNvPr>
          <p:cNvCxnSpPr>
            <a:cxnSpLocks/>
          </p:cNvCxnSpPr>
          <p:nvPr userDrawn="1"/>
        </p:nvCxnSpPr>
        <p:spPr>
          <a:xfrm>
            <a:off x="9291442" y="3199261"/>
            <a:ext cx="0" cy="2117457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D9D5FAC7-C025-D07E-0F81-4608B78F4D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2889" y="1901594"/>
            <a:ext cx="1097280" cy="942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C0A2602-C19F-6337-7D38-D606DEF617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048" y="1901594"/>
            <a:ext cx="1115568" cy="94246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A387C8-6E8D-7DD3-EF8D-AF31833F650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53118" y="1904261"/>
            <a:ext cx="1088136" cy="9391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8C95DB-CE81-DAB8-EC99-BD07C4E68F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42441" y="1901594"/>
            <a:ext cx="1089193" cy="94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2FDC29CF-452D-5F43-93C7-E77726B26E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693" y="2882002"/>
            <a:ext cx="3066175" cy="28023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292608" tIns="320040" rIns="347472" bIns="173736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1200" spc="20" baseline="0">
                <a:solidFill>
                  <a:schemeClr val="tx1"/>
                </a:solidFill>
                <a:latin typeface="+mn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pPr lvl="0"/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B21576-0C08-174B-B0CB-C32CFEE92B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693" y="2139953"/>
            <a:ext cx="3066175" cy="742048"/>
          </a:xfrm>
          <a:prstGeom prst="rect">
            <a:avLst/>
          </a:prstGeom>
          <a:solidFill>
            <a:schemeClr val="tx2"/>
          </a:solidFill>
        </p:spPr>
        <p:txBody>
          <a:bodyPr lIns="292608" tIns="173736" rIns="914400" bIns="173736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</a:t>
            </a:r>
          </a:p>
          <a:p>
            <a:pPr lvl="0"/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2548E8-8596-142A-EA30-93FF30EE25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4577" y="354158"/>
            <a:ext cx="10972630" cy="639072"/>
          </a:xfrm>
          <a:prstGeom prst="rect">
            <a:avLst/>
          </a:prstGeom>
        </p:spPr>
        <p:txBody>
          <a:bodyPr anchor="ctr"/>
          <a:lstStyle>
            <a:lvl1pPr algn="l">
              <a:defRPr sz="35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4ADBCCC-97AE-094F-3410-5B70B2715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CA02C1-10DF-1984-E074-733E8CCEA3D6}"/>
              </a:ext>
            </a:extLst>
          </p:cNvPr>
          <p:cNvCxnSpPr>
            <a:cxnSpLocks/>
          </p:cNvCxnSpPr>
          <p:nvPr userDrawn="1"/>
        </p:nvCxnSpPr>
        <p:spPr>
          <a:xfrm>
            <a:off x="685800" y="1087658"/>
            <a:ext cx="10851407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AB103B3-C257-490E-A1E6-A91923514C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226" y="1255366"/>
            <a:ext cx="7199942" cy="4226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900" spc="2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DCC4A16E-2792-FBF3-E1C8-9B3A7F5FC3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8963" y="2882002"/>
            <a:ext cx="3066175" cy="28023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292608" tIns="320040" rIns="347472" bIns="173736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1200" spc="20" baseline="0">
                <a:solidFill>
                  <a:schemeClr val="tx1"/>
                </a:solidFill>
                <a:latin typeface="+mn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pPr lvl="0"/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57852A7-0C65-4FB0-D209-32A16C35A0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8963" y="2139953"/>
            <a:ext cx="3066175" cy="742048"/>
          </a:xfrm>
          <a:prstGeom prst="rect">
            <a:avLst/>
          </a:prstGeom>
          <a:solidFill>
            <a:schemeClr val="tx2"/>
          </a:solidFill>
        </p:spPr>
        <p:txBody>
          <a:bodyPr lIns="292608" tIns="173736" rIns="914400" bIns="173736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</a:t>
            </a:r>
          </a:p>
          <a:p>
            <a:pPr lvl="0"/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A0D1B1E6-6053-CA46-E3C2-2D274DA54D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3379" y="2882002"/>
            <a:ext cx="3066175" cy="28023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292608" tIns="320040" rIns="347472" bIns="173736"/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  <a:defRPr sz="1200" spc="20" baseline="0">
                <a:solidFill>
                  <a:schemeClr val="tx1"/>
                </a:solidFill>
                <a:latin typeface="+mn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pPr lvl="0"/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2083F43-F43E-4998-EBA5-10E5D4FAE0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53379" y="2139953"/>
            <a:ext cx="3066175" cy="742048"/>
          </a:xfrm>
          <a:prstGeom prst="rect">
            <a:avLst/>
          </a:prstGeom>
          <a:solidFill>
            <a:schemeClr val="tx2"/>
          </a:solidFill>
        </p:spPr>
        <p:txBody>
          <a:bodyPr lIns="292608" tIns="173736" rIns="914400" bIns="173736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342891" indent="0">
              <a:buNone/>
              <a:defRPr>
                <a:latin typeface="+mj-lt"/>
              </a:defRPr>
            </a:lvl2pPr>
            <a:lvl3pPr marL="685783" indent="0">
              <a:buNone/>
              <a:defRPr>
                <a:latin typeface="+mj-lt"/>
              </a:defRPr>
            </a:lvl3pPr>
            <a:lvl4pPr marL="1028675" indent="0">
              <a:buNone/>
              <a:defRPr>
                <a:latin typeface="+mj-lt"/>
              </a:defRPr>
            </a:lvl4pPr>
            <a:lvl5pPr marL="1371566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Lorem ipsum </a:t>
            </a:r>
          </a:p>
          <a:p>
            <a:pPr lvl="0"/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FC26A53-6A92-EDA6-9EA8-CFB7E82984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11488" y="2139950"/>
            <a:ext cx="739775" cy="739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6F91E752-1662-2C43-5E45-97D24E7B131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904758" y="2139950"/>
            <a:ext cx="739775" cy="739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0ED099B-35CE-371D-A6A2-42BFDCB7D26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779174" y="2139950"/>
            <a:ext cx="739775" cy="739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631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+ IMAGE /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4FBB1F1-3912-407C-DDBC-46CA551FE308}"/>
              </a:ext>
            </a:extLst>
          </p:cNvPr>
          <p:cNvSpPr/>
          <p:nvPr userDrawn="1"/>
        </p:nvSpPr>
        <p:spPr>
          <a:xfrm flipV="1">
            <a:off x="-4762" y="0"/>
            <a:ext cx="12188952" cy="630793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3862" y="1429931"/>
            <a:ext cx="5094142" cy="1445244"/>
          </a:xfrm>
          <a:prstGeom prst="rect">
            <a:avLst/>
          </a:prstGeom>
        </p:spPr>
        <p:txBody>
          <a:bodyPr/>
          <a:lstStyle>
            <a:lvl1pPr algn="l">
              <a:lnSpc>
                <a:spcPct val="120000"/>
              </a:lnSpc>
              <a:defRPr sz="3200" b="0" spc="4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Lorem ipsum dolor sit </a:t>
            </a:r>
            <a:br>
              <a:rPr lang="en-US" dirty="0"/>
            </a:b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4CAC7-90E2-5C46-86F6-35316AE8155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73441" y="2935698"/>
            <a:ext cx="5094287" cy="2597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750">
                <a:solidFill>
                  <a:schemeClr val="bg1"/>
                </a:solidFill>
              </a:defRPr>
            </a:lvl1pPr>
            <a:lvl2pPr marL="342891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700"/>
            </a:lvl2pPr>
            <a:lvl3pPr marL="685783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700"/>
            </a:lvl3pPr>
            <a:lvl4pPr marL="1028675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700"/>
            </a:lvl4pPr>
            <a:lvl5pPr marL="1371566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7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Donec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semper. </a:t>
            </a:r>
            <a:r>
              <a:rPr lang="en-US" dirty="0" err="1"/>
              <a:t>Fusce</a:t>
            </a:r>
            <a:r>
              <a:rPr lang="en-US" dirty="0"/>
              <a:t> vel </a:t>
            </a:r>
          </a:p>
          <a:p>
            <a:pPr lvl="0"/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necer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Integer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ulum</a:t>
            </a:r>
            <a:r>
              <a:rPr lang="en-US" dirty="0"/>
              <a:t>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82B76B-5849-BF6C-F6B3-30943E1A2904}"/>
              </a:ext>
            </a:extLst>
          </p:cNvPr>
          <p:cNvCxnSpPr>
            <a:cxnSpLocks/>
          </p:cNvCxnSpPr>
          <p:nvPr userDrawn="1"/>
        </p:nvCxnSpPr>
        <p:spPr>
          <a:xfrm>
            <a:off x="0" y="630591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954EDBA-C11B-E651-9B13-EF0033DFC21A}"/>
              </a:ext>
            </a:extLst>
          </p:cNvPr>
          <p:cNvSpPr/>
          <p:nvPr userDrawn="1"/>
        </p:nvSpPr>
        <p:spPr>
          <a:xfrm flipV="1">
            <a:off x="6096000" y="0"/>
            <a:ext cx="6102096" cy="63079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46B0219-60F6-8B3D-DD9F-F226DB8EA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 lIns="0" rIns="0"/>
          <a:lstStyle>
            <a:lvl1pPr algn="l">
              <a:defRPr sz="800" b="0" i="0">
                <a:solidFill>
                  <a:schemeClr val="bg1"/>
                </a:solidFill>
                <a:latin typeface="+mn-lt"/>
                <a:cs typeface="Poppins Light" pitchFamily="2" charset="77"/>
              </a:defRPr>
            </a:lvl1pPr>
          </a:lstStyle>
          <a:p>
            <a:fld id="{541BA258-73F2-C44C-A60B-FBDACACD8C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8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4AEDC20-CB2C-0D48-9775-53AC669094ED}"/>
              </a:ext>
            </a:extLst>
          </p:cNvPr>
          <p:cNvSpPr/>
          <p:nvPr userDrawn="1"/>
        </p:nvSpPr>
        <p:spPr>
          <a:xfrm>
            <a:off x="-4765" y="-1"/>
            <a:ext cx="1219809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6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721" r:id="rId2"/>
    <p:sldLayoutId id="2147483723" r:id="rId3"/>
    <p:sldLayoutId id="2147483724" r:id="rId4"/>
    <p:sldLayoutId id="2147483722" r:id="rId5"/>
    <p:sldLayoutId id="2147483725" r:id="rId6"/>
    <p:sldLayoutId id="2147483704" r:id="rId7"/>
  </p:sldLayoutIdLst>
  <p:hf hdr="0" ftr="0" dt="0"/>
  <p:txStyles>
    <p:titleStyle>
      <a:lvl1pPr algn="ctr" defTabSz="342891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8" indent="-257168" algn="l" defTabSz="342891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342891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3428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3428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3428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03757DC-22C7-E94C-90EE-A727C3317051}"/>
              </a:ext>
            </a:extLst>
          </p:cNvPr>
          <p:cNvSpPr/>
          <p:nvPr userDrawn="1"/>
        </p:nvSpPr>
        <p:spPr>
          <a:xfrm>
            <a:off x="0" y="6307931"/>
            <a:ext cx="12198096" cy="55007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53941-38AC-0E4F-9971-FC027CA762C6}"/>
              </a:ext>
            </a:extLst>
          </p:cNvPr>
          <p:cNvSpPr txBox="1"/>
          <p:nvPr userDrawn="1"/>
        </p:nvSpPr>
        <p:spPr>
          <a:xfrm>
            <a:off x="8146223" y="6551777"/>
            <a:ext cx="3176301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r"/>
            <a:r>
              <a:rPr lang="en-US" sz="800" b="0" i="0" kern="0" spc="0" baseline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©</a:t>
            </a:r>
            <a:r>
              <a:rPr lang="en-US" sz="800" b="0" kern="0" spc="0" baseline="0" dirty="0">
                <a:solidFill>
                  <a:schemeClr val="bg1"/>
                </a:solidFill>
                <a:latin typeface="+mn-lt"/>
                <a:cs typeface="Poppins" pitchFamily="2" charset="77"/>
              </a:rPr>
              <a:t> TSI  |  Confidential and Proprietary  |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9EC2B-CB57-E41E-C025-CDA483AD735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86594" y="6419959"/>
            <a:ext cx="685008" cy="28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7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26" r:id="rId7"/>
  </p:sldLayoutIdLst>
  <p:hf hdr="0" ftr="0" dt="0"/>
  <p:txStyles>
    <p:titleStyle>
      <a:lvl1pPr algn="ctr" defTabSz="342891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68" indent="-257168" algn="l" defTabSz="342891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342891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9" indent="-171446" algn="l" defTabSz="3428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1" indent="-171446" algn="l" defTabSz="3428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3428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E0A-0E3F-9A5A-05AC-3DBAE92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7048-BE1D-A6FE-3CAB-B1E5E032C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76007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E0A-0E3F-9A5A-05AC-3DBAE92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7048-BE1D-A6FE-3CAB-B1E5E032C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1914826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E0A-0E3F-9A5A-05AC-3DBAE92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7048-BE1D-A6FE-3CAB-B1E5E032C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746002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E0A-0E3F-9A5A-05AC-3DBAE92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7048-BE1D-A6FE-3CAB-B1E5E032C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2403092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5E0A-0E3F-9A5A-05AC-3DBAE92F4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7048-BE1D-A6FE-3CAB-B1E5E032C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Month Day, Year</a:t>
            </a:r>
          </a:p>
        </p:txBody>
      </p:sp>
    </p:spTree>
    <p:extLst>
      <p:ext uri="{BB962C8B-B14F-4D97-AF65-F5344CB8AC3E}">
        <p14:creationId xmlns:p14="http://schemas.microsoft.com/office/powerpoint/2010/main" val="426202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95AA35-BF62-93C3-DF1C-57429587B9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90801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8D42-77F2-F2F0-7E92-716FFD265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semper tempus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. Magna </a:t>
            </a:r>
            <a:r>
              <a:rPr lang="en-US" dirty="0" err="1"/>
              <a:t>enim</a:t>
            </a:r>
            <a:r>
              <a:rPr lang="en-US" dirty="0"/>
              <a:t>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93498B-F801-9234-CABF-73C87C366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8398" y="6553294"/>
            <a:ext cx="297560" cy="219456"/>
          </a:xfrm>
          <a:prstGeom prst="rect">
            <a:avLst/>
          </a:prstGeom>
        </p:spPr>
        <p:txBody>
          <a:bodyPr/>
          <a:lstStyle/>
          <a:p>
            <a:fld id="{541BA258-73F2-C44C-A60B-FBDACACD8C9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5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771C-4034-5EEA-F499-3755D32CD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E44FEA6-2453-2807-713C-D8CFC15E444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561" r="56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EECD4-069D-404B-C48C-B9C4CF865F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D85F2-086A-BB69-324A-D581A9D0B4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Donec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</a:p>
          <a:p>
            <a:r>
              <a:rPr lang="en-US" dirty="0"/>
              <a:t>semper. </a:t>
            </a:r>
            <a:r>
              <a:rPr lang="en-US" dirty="0" err="1"/>
              <a:t>Fusce</a:t>
            </a:r>
            <a:r>
              <a:rPr lang="en-US" dirty="0"/>
              <a:t>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necer</a:t>
            </a:r>
            <a:r>
              <a:rPr lang="en-US" dirty="0"/>
              <a:t>, fermentum </a:t>
            </a:r>
            <a:r>
              <a:rPr lang="en-US" dirty="0" err="1"/>
              <a:t>purus</a:t>
            </a:r>
            <a:r>
              <a:rPr lang="en-US" dirty="0"/>
              <a:t>. Integer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ulum</a:t>
            </a:r>
            <a:r>
              <a:rPr lang="en-US" dirty="0"/>
              <a:t>. Donec vel </a:t>
            </a:r>
            <a:r>
              <a:rPr lang="en-US" dirty="0" err="1"/>
              <a:t>est</a:t>
            </a:r>
            <a:r>
              <a:rPr lang="en-US" dirty="0"/>
              <a:t> tempus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sed.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5FD9-B7B9-FCCB-E280-58FA5E04B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1BA258-73F2-C44C-A60B-FBDACACD8C9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6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7AB4-9DE1-4E85-43A3-E3F59DC7C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C4C3F57-3EF6-D9A9-0847-673424FC1FB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561" r="561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07A8A-CF05-0652-FE81-9C5C09BA0C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F23CF1-F726-20E7-196F-607A0A5B4D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in </a:t>
            </a:r>
            <a:r>
              <a:rPr lang="en-US" dirty="0" err="1"/>
              <a:t>vesti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ac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,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libero </a:t>
            </a:r>
            <a:r>
              <a:rPr lang="en-US" dirty="0" err="1"/>
              <a:t>eleifend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3D756-5ED3-F5B7-E13F-7554D358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541BA258-73F2-C44C-A60B-FBDACACD8C9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0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9A0B-655C-13A4-185F-A3FCC07ED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20EF3-3DF7-425E-7339-90D045D4A4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graphicFrame>
        <p:nvGraphicFramePr>
          <p:cNvPr id="4" name="Chart Placeholder 32">
            <a:extLst>
              <a:ext uri="{FF2B5EF4-FFF2-40B4-BE49-F238E27FC236}">
                <a16:creationId xmlns:a16="http://schemas.microsoft.com/office/drawing/2014/main" id="{94456DBE-74B7-B70B-FB18-AC460F2B42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0349911"/>
              </p:ext>
            </p:extLst>
          </p:nvPr>
        </p:nvGraphicFramePr>
        <p:xfrm>
          <a:off x="8521700" y="3993385"/>
          <a:ext cx="2536826" cy="202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Placeholder 11">
            <a:extLst>
              <a:ext uri="{FF2B5EF4-FFF2-40B4-BE49-F238E27FC236}">
                <a16:creationId xmlns:a16="http://schemas.microsoft.com/office/drawing/2014/main" id="{3E1EA58A-5415-D7E0-E347-33DE2135E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153776"/>
              </p:ext>
            </p:extLst>
          </p:nvPr>
        </p:nvGraphicFramePr>
        <p:xfrm>
          <a:off x="990600" y="2161410"/>
          <a:ext cx="2328863" cy="174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Placeholder 22">
            <a:extLst>
              <a:ext uri="{FF2B5EF4-FFF2-40B4-BE49-F238E27FC236}">
                <a16:creationId xmlns:a16="http://schemas.microsoft.com/office/drawing/2014/main" id="{3FC26D52-CE13-1A53-134A-CE42747DF7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5849015"/>
              </p:ext>
            </p:extLst>
          </p:nvPr>
        </p:nvGraphicFramePr>
        <p:xfrm>
          <a:off x="6192838" y="2161410"/>
          <a:ext cx="2328862" cy="174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Placeholder 23">
            <a:extLst>
              <a:ext uri="{FF2B5EF4-FFF2-40B4-BE49-F238E27FC236}">
                <a16:creationId xmlns:a16="http://schemas.microsoft.com/office/drawing/2014/main" id="{CAE502CA-08D6-7CD3-D5CD-F27B820517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939398"/>
              </p:ext>
            </p:extLst>
          </p:nvPr>
        </p:nvGraphicFramePr>
        <p:xfrm>
          <a:off x="8820150" y="2161410"/>
          <a:ext cx="2330450" cy="174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Placeholder 21">
            <a:extLst>
              <a:ext uri="{FF2B5EF4-FFF2-40B4-BE49-F238E27FC236}">
                <a16:creationId xmlns:a16="http://schemas.microsoft.com/office/drawing/2014/main" id="{7A4DA525-AC03-276F-D202-0AEDB1DA38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560437"/>
              </p:ext>
            </p:extLst>
          </p:nvPr>
        </p:nvGraphicFramePr>
        <p:xfrm>
          <a:off x="3540125" y="2161410"/>
          <a:ext cx="2330450" cy="174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Placeholder 31">
            <a:extLst>
              <a:ext uri="{FF2B5EF4-FFF2-40B4-BE49-F238E27FC236}">
                <a16:creationId xmlns:a16="http://schemas.microsoft.com/office/drawing/2014/main" id="{EE27D1C9-30ED-E474-E994-5630D9241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4021985"/>
              </p:ext>
            </p:extLst>
          </p:nvPr>
        </p:nvGraphicFramePr>
        <p:xfrm>
          <a:off x="4319588" y="3993385"/>
          <a:ext cx="3368675" cy="202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Placeholder 35">
            <a:extLst>
              <a:ext uri="{FF2B5EF4-FFF2-40B4-BE49-F238E27FC236}">
                <a16:creationId xmlns:a16="http://schemas.microsoft.com/office/drawing/2014/main" id="{DAADAC02-C0D6-3E63-C52D-6DA0B0FCF7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9412408"/>
              </p:ext>
            </p:extLst>
          </p:nvPr>
        </p:nvGraphicFramePr>
        <p:xfrm>
          <a:off x="911224" y="3731520"/>
          <a:ext cx="2330451" cy="2342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385E001-A785-4268-C866-4E6FC6578B19}"/>
              </a:ext>
            </a:extLst>
          </p:cNvPr>
          <p:cNvSpPr txBox="1"/>
          <p:nvPr/>
        </p:nvSpPr>
        <p:spPr>
          <a:xfrm>
            <a:off x="1672735" y="2722180"/>
            <a:ext cx="105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  <a:cs typeface="Poppins Light" pitchFamily="2" charset="77"/>
              </a:rPr>
              <a:t>25</a:t>
            </a:r>
            <a:r>
              <a:rPr lang="en-US" sz="3600" baseline="30000" dirty="0">
                <a:latin typeface="+mj-lt"/>
                <a:cs typeface="Poppins Light" pitchFamily="2" charset="77"/>
              </a:rPr>
              <a:t>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8C41B9-4F88-FBC7-43D5-B9EEEB41717B}"/>
              </a:ext>
            </a:extLst>
          </p:cNvPr>
          <p:cNvSpPr txBox="1"/>
          <p:nvPr/>
        </p:nvSpPr>
        <p:spPr>
          <a:xfrm>
            <a:off x="4217815" y="272218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  <a:cs typeface="Poppins Light" pitchFamily="2" charset="77"/>
              </a:rPr>
              <a:t>50</a:t>
            </a:r>
            <a:r>
              <a:rPr lang="en-US" sz="3600" baseline="30000" dirty="0">
                <a:latin typeface="+mj-lt"/>
                <a:cs typeface="Poppins Light" pitchFamily="2" charset="77"/>
              </a:rPr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848C0-71A5-AE51-DDC6-5B25D19F40D7}"/>
              </a:ext>
            </a:extLst>
          </p:cNvPr>
          <p:cNvSpPr txBox="1"/>
          <p:nvPr/>
        </p:nvSpPr>
        <p:spPr>
          <a:xfrm>
            <a:off x="6876302" y="2722180"/>
            <a:ext cx="1049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  <a:cs typeface="Poppins Light" pitchFamily="2" charset="77"/>
              </a:rPr>
              <a:t>65</a:t>
            </a:r>
            <a:r>
              <a:rPr lang="en-US" sz="3600" baseline="30000" dirty="0">
                <a:latin typeface="+mj-lt"/>
                <a:cs typeface="Poppins Light" pitchFamily="2" charset="77"/>
              </a:rPr>
              <a:t>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FC7AC-A00E-A7FF-2E0B-0EE10ECA21FD}"/>
              </a:ext>
            </a:extLst>
          </p:cNvPr>
          <p:cNvSpPr txBox="1"/>
          <p:nvPr/>
        </p:nvSpPr>
        <p:spPr>
          <a:xfrm>
            <a:off x="9501015" y="2722180"/>
            <a:ext cx="106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  <a:cs typeface="Poppins Light" pitchFamily="2" charset="77"/>
              </a:rPr>
              <a:t>75</a:t>
            </a:r>
            <a:r>
              <a:rPr lang="en-US" sz="3600" baseline="30000" dirty="0">
                <a:latin typeface="+mj-lt"/>
                <a:cs typeface="Poppins Light" pitchFamily="2" charset="77"/>
              </a:rPr>
              <a:t>%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287130C-2156-CAB9-4ED0-5F27F0132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1BA258-73F2-C44C-A60B-FBDACACD8C9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8D2D-4643-D9E2-A518-6BEFD96C5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249C9-4BDC-6F90-2202-D07D6BE62D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77218-00CA-DBC9-ACA1-3FBC54F5B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1BA258-73F2-C44C-A60B-FBDACACD8C9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D55B4-8488-62DC-E05F-39F66C345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7075AE-89E4-CC71-3521-C7BC688C30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Loan Servicing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38E060-DA05-50BC-2411-B7FC28D76DA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4A4F6E-374F-42B0-81B6-2B8853287A8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CXBPO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C94608-74E9-2739-A1E9-5EE708A9375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256C4D-9FDE-41B9-C4A6-1B151172FA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CXBPO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EDE51F9-D106-9736-5933-D3B34A9684D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 Eros </a:t>
            </a:r>
            <a:r>
              <a:rPr lang="en-US" dirty="0" err="1"/>
              <a:t>pretium</a:t>
            </a:r>
            <a:r>
              <a:rPr lang="en-US" dirty="0"/>
              <a:t> diam, modo </a:t>
            </a:r>
            <a:r>
              <a:rPr lang="en-US" dirty="0" err="1"/>
              <a:t>turpis</a:t>
            </a:r>
            <a:r>
              <a:rPr lang="en-US" dirty="0"/>
              <a:t> lorem in eros semper. Orem ipsum. </a:t>
            </a:r>
          </a:p>
        </p:txBody>
      </p:sp>
    </p:spTree>
    <p:extLst>
      <p:ext uri="{BB962C8B-B14F-4D97-AF65-F5344CB8AC3E}">
        <p14:creationId xmlns:p14="http://schemas.microsoft.com/office/powerpoint/2010/main" val="315064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4B7659-CAD7-C161-3214-0856CE2171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012E3-8EE6-93B3-4BF2-96482CEF75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Lorem ipsum </a:t>
            </a:r>
          </a:p>
          <a:p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2945C1-71FE-05D6-D0E9-4A1656DF2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E5945-C40C-B170-F980-80AD5EA70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1BA258-73F2-C44C-A60B-FBDACACD8C9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C9AD78-B5E0-4B8B-BA4B-4F78478881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EA6F4D-C6A5-15F2-21F5-96678F42AF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923E3-A819-3984-7274-85FACB8B91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Lorem ipsum </a:t>
            </a:r>
          </a:p>
          <a:p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391F17-600E-CC25-3DF6-C65984C6BC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id.</a:t>
            </a:r>
          </a:p>
          <a:p>
            <a:r>
              <a:rPr lang="en-US" dirty="0"/>
              <a:t>Ante eros </a:t>
            </a:r>
            <a:r>
              <a:rPr lang="en-US" dirty="0" err="1"/>
              <a:t>pretium</a:t>
            </a:r>
            <a:r>
              <a:rPr lang="en-US" dirty="0"/>
              <a:t> diam, et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lorem in eros semper. Orem ipsum dolor sit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BE788A-E78F-D33D-6F15-9C33A86FE7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Lorem ipsum </a:t>
            </a:r>
          </a:p>
          <a:p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AFAE992-5BA0-B85A-D3FA-1CE2847EAB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DF0E628F-0886-D282-4E6E-F500F32A7ECF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FB33853A-5D0C-A8A0-D631-331E50ABAD1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20744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6B92-D375-5C0C-DC3C-4CBC8369D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br>
              <a:rPr lang="en-US" dirty="0"/>
            </a:b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D883B-D57C-7C2C-6A14-EAE00B9C87D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</a:p>
          <a:p>
            <a:r>
              <a:rPr lang="en-US" dirty="0"/>
              <a:t>Donec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semper. </a:t>
            </a:r>
            <a:r>
              <a:rPr lang="en-US" dirty="0" err="1"/>
              <a:t>Fusce</a:t>
            </a:r>
            <a:r>
              <a:rPr lang="en-US" dirty="0"/>
              <a:t> vel </a:t>
            </a:r>
          </a:p>
          <a:p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necer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. </a:t>
            </a:r>
          </a:p>
          <a:p>
            <a:r>
              <a:rPr lang="en-US" dirty="0"/>
              <a:t>Integer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ulum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E3C1F-9004-A9D3-3B24-78085C77A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712" y="1617228"/>
            <a:ext cx="3698334" cy="29876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0B2B8-FC91-3AE8-9F46-A6F557DB6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41BA258-73F2-C44C-A60B-FBDACACD8C9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330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FA54-EC22-15D5-6052-8D9CF04249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10774252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/ DIVIDER / END">
  <a:themeElements>
    <a:clrScheme name="TSI PowerPoint">
      <a:dk1>
        <a:srgbClr val="001E41"/>
      </a:dk1>
      <a:lt1>
        <a:srgbClr val="FFFFFF"/>
      </a:lt1>
      <a:dk2>
        <a:srgbClr val="4396F6"/>
      </a:dk2>
      <a:lt2>
        <a:srgbClr val="001D41"/>
      </a:lt2>
      <a:accent1>
        <a:srgbClr val="4295F6"/>
      </a:accent1>
      <a:accent2>
        <a:srgbClr val="001D41"/>
      </a:accent2>
      <a:accent3>
        <a:srgbClr val="F4F4F4"/>
      </a:accent3>
      <a:accent4>
        <a:srgbClr val="D9EAFD"/>
      </a:accent4>
      <a:accent5>
        <a:srgbClr val="66CC00"/>
      </a:accent5>
      <a:accent6>
        <a:srgbClr val="FF8300"/>
      </a:accent6>
      <a:hlink>
        <a:srgbClr val="4295F6"/>
      </a:hlink>
      <a:folHlink>
        <a:srgbClr val="4295F6"/>
      </a:folHlink>
    </a:clrScheme>
    <a:fontScheme name="Office 2">
      <a:majorFont>
        <a:latin typeface="Poppins-Extra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oppins-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NTERIOR CONTENT">
  <a:themeElements>
    <a:clrScheme name="TSI PowerPoint">
      <a:dk1>
        <a:srgbClr val="001E41"/>
      </a:dk1>
      <a:lt1>
        <a:srgbClr val="FFFFFF"/>
      </a:lt1>
      <a:dk2>
        <a:srgbClr val="4396F6"/>
      </a:dk2>
      <a:lt2>
        <a:srgbClr val="001D41"/>
      </a:lt2>
      <a:accent1>
        <a:srgbClr val="4295F6"/>
      </a:accent1>
      <a:accent2>
        <a:srgbClr val="001D41"/>
      </a:accent2>
      <a:accent3>
        <a:srgbClr val="F4F4F4"/>
      </a:accent3>
      <a:accent4>
        <a:srgbClr val="D9EAFD"/>
      </a:accent4>
      <a:accent5>
        <a:srgbClr val="66CC00"/>
      </a:accent5>
      <a:accent6>
        <a:srgbClr val="FF8300"/>
      </a:accent6>
      <a:hlink>
        <a:srgbClr val="4295F6"/>
      </a:hlink>
      <a:folHlink>
        <a:srgbClr val="4295F6"/>
      </a:folHlink>
    </a:clrScheme>
    <a:fontScheme name="Office 2">
      <a:majorFont>
        <a:latin typeface="Poppins-Extra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oppins-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C01ABFB0C6F74FA77C3D0E1A3FE514" ma:contentTypeVersion="12" ma:contentTypeDescription="Create a new document." ma:contentTypeScope="" ma:versionID="d31afecd6d8d7136d0c6476fcaea5e44">
  <xsd:schema xmlns:xsd="http://www.w3.org/2001/XMLSchema" xmlns:xs="http://www.w3.org/2001/XMLSchema" xmlns:p="http://schemas.microsoft.com/office/2006/metadata/properties" xmlns:ns2="49b7df2a-28a8-48b2-a63e-65d5328d8a3e" xmlns:ns3="2bdb8020-2db5-4297-b5d9-2a7e147ff727" targetNamespace="http://schemas.microsoft.com/office/2006/metadata/properties" ma:root="true" ma:fieldsID="4f82af62865ce6f4299ca41e3ed21690" ns2:_="" ns3:_="">
    <xsd:import namespace="49b7df2a-28a8-48b2-a63e-65d5328d8a3e"/>
    <xsd:import namespace="2bdb8020-2db5-4297-b5d9-2a7e147ff7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b7df2a-28a8-48b2-a63e-65d5328d8a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449638-88c1-48c2-a9db-6fc584fe57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b8020-2db5-4297-b5d9-2a7e147ff7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c0ac10f-7f74-41c4-b928-c0af34018bf5}" ma:internalName="TaxCatchAll" ma:showField="CatchAllData" ma:web="2bdb8020-2db5-4297-b5d9-2a7e147ff7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b8020-2db5-4297-b5d9-2a7e147ff727" xsi:nil="true"/>
    <lcf76f155ced4ddcb4097134ff3c332f xmlns="49b7df2a-28a8-48b2-a63e-65d5328d8a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538C91-0042-438A-9429-B328EE2EC329}"/>
</file>

<file path=customXml/itemProps2.xml><?xml version="1.0" encoding="utf-8"?>
<ds:datastoreItem xmlns:ds="http://schemas.openxmlformats.org/officeDocument/2006/customXml" ds:itemID="{B1BF1253-004A-4665-8B74-E341AF2337AE}"/>
</file>

<file path=customXml/itemProps3.xml><?xml version="1.0" encoding="utf-8"?>
<ds:datastoreItem xmlns:ds="http://schemas.openxmlformats.org/officeDocument/2006/customXml" ds:itemID="{57B9A9EF-D36F-4D44-A6A1-47E8A6F34ED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3186</TotalTime>
  <Words>574</Words>
  <Application>Microsoft Macintosh PowerPoint</Application>
  <PresentationFormat>Widescreen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Poppins</vt:lpstr>
      <vt:lpstr>Poppins-ExtraLight</vt:lpstr>
      <vt:lpstr>Poppins-Light</vt:lpstr>
      <vt:lpstr>TITLE / DIVIDER / END</vt:lpstr>
      <vt:lpstr>INTERIOR CONTENT</vt:lpstr>
      <vt:lpstr>Presentation Title</vt:lpstr>
      <vt:lpstr>Presentation Title</vt:lpstr>
      <vt:lpstr>Presentation Title</vt:lpstr>
      <vt:lpstr>Presentation Title</vt:lpstr>
      <vt:lpstr>Presentation Title</vt:lpstr>
      <vt:lpstr>Section Title</vt:lpstr>
      <vt:lpstr>Lorem ipsum dolor sit amet, consectetur adipiscing elit sit amet tortor neque semper tempus volutpat mauris. Magna enim minim veniam.</vt:lpstr>
      <vt:lpstr>Lorem ipsum dolor sit amet</vt:lpstr>
      <vt:lpstr>Lorem ipsum dolor sit amet</vt:lpstr>
      <vt:lpstr>Lorem ipsum dolor sit amet</vt:lpstr>
      <vt:lpstr>Lorem ipsum dolor sit amet</vt:lpstr>
      <vt:lpstr>Lorem ipsum dolor sit amet</vt:lpstr>
      <vt:lpstr>Lorem ipsum dolor sit  adipiscing elit sit amet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DeAnna Pierce</dc:creator>
  <cp:lastModifiedBy>DeAnna Pierce</cp:lastModifiedBy>
  <cp:revision>266</cp:revision>
  <cp:lastPrinted>2021-09-09T15:22:36Z</cp:lastPrinted>
  <dcterms:created xsi:type="dcterms:W3CDTF">2021-09-03T19:52:05Z</dcterms:created>
  <dcterms:modified xsi:type="dcterms:W3CDTF">2022-05-24T23:53:54Z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0x01010010C01ABFB0C6F74FA77C3D0E1A3FE514</vt:lpwstr>
  </property>
</Properties>
</file>